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70F396-3600-4F3F-8227-119361FDED50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9FEE3B-808F-4712-A2ED-709AE6C80E4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4179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FEE3B-808F-4712-A2ED-709AE6C80E43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7197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5EE7B-18BE-6FC7-E8D9-4B9A5C305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2D3A4F-0691-5675-FE91-2BD3C06D7C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58013-14E7-A9A2-DEA1-E0E7D25C4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39FC-4C44-4EB4-9C47-F53960817085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A2949-F7A7-A516-2FEE-3533CBDD0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EE0C6-FE9F-B378-AB34-481D99460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5A820-B844-4413-9E16-4C1E7A820C2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090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6BC60-C1D9-ED85-E62F-8C2F9DCC8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3518A-FDC7-8EDE-0708-8FAC698DC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F5B2D-BBC6-5BE9-3DAD-6222CE7BF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39FC-4C44-4EB4-9C47-F53960817085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3DC75-EBD8-4B76-0F00-5EA7EB252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1DB72-9E47-8973-97D0-52D69464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5A820-B844-4413-9E16-4C1E7A820C2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67882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253F7-8FA7-78B7-4B37-265EAB5AC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1E0B6-5BBE-19FB-4161-E47FBB008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E6DA7-98FB-16E8-B973-4759A30FE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39FC-4C44-4EB4-9C47-F53960817085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45371-9F58-79F6-AB01-69F9E6471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15897-EE1F-9773-B6AC-33339121D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5A820-B844-4413-9E16-4C1E7A820C2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8025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6EC23-D638-444E-31E1-7903BFDF7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B6CF4-B84B-542A-BBEF-61D5C3FADD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77014-AE51-120A-6EFF-4BEECA833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DC427-3E6F-CC57-D005-EC6ED7481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39FC-4C44-4EB4-9C47-F53960817085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6F69A-A169-FDF0-DF7B-638036D21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C7FC4-0271-464A-DF12-FE16EE5B9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5A820-B844-4413-9E16-4C1E7A820C2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9179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1069A-1AC6-C2FD-7FDD-954B4D38A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1D0ED-66D4-1CBE-66A5-9C4B8F399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C8E1CC-EAB8-DB32-E942-0BE9CC1218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C253EA-806A-7E7B-CAC6-EAF0F080CF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A3DC66-93BC-EB59-FC7A-A2139EA40C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4628D4-F339-3F2E-A803-A5D7CDF45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39FC-4C44-4EB4-9C47-F53960817085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D033CE-36C5-CC77-4F59-576B4B480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2DDD49-97E4-9D03-A8D2-EF44BBD39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5A820-B844-4413-9E16-4C1E7A820C2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9317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4EDBF-7533-7B9B-1600-17F9AD917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20A0FD-1C3A-B8E9-B5D3-298973DD6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39FC-4C44-4EB4-9C47-F53960817085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E038EE-C928-811F-5080-04668749D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DDF155-1341-5769-7210-64E32ABB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5A820-B844-4413-9E16-4C1E7A820C2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9155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2850D-9B8A-1A9D-61FE-D555D3D4D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39FC-4C44-4EB4-9C47-F53960817085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73537-5A7F-583E-6759-954F7D6E8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3A305-C291-D3B8-C54F-88293EB3E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5A820-B844-4413-9E16-4C1E7A820C2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9849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443DB-40DD-DBC2-6306-59B358D93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131F6-A15B-DB04-7A77-6BD2E61C7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0CE5A-44D6-70F5-59AF-1FAB181599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C5F05-EDAA-8CD4-C03B-A9D1478B8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39FC-4C44-4EB4-9C47-F53960817085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9099B1-DE3D-0B77-B450-F25E85B32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C6DB8-E6C3-A2F7-D2C3-A5BB96A5C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5A820-B844-4413-9E16-4C1E7A820C2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9666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440BD-ACFD-B6AC-AA05-EAD502195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DCA767-D167-1FD1-746C-B75D8B5C1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791AA2-19CE-E8AE-A3F0-8B76D6363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DAE71-4CC6-2EE6-17EC-04BAB01BD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39FC-4C44-4EB4-9C47-F53960817085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506D1-A9F3-1617-7C50-7E89C8EC1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4602A-87C6-8DAF-D4B3-2D3F5DD2D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5A820-B844-4413-9E16-4C1E7A820C2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9289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851BA-757E-E7E8-B085-DF4BA794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91D23B-D213-9302-29F0-EF7C0DD8F7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450F8-FAA2-8701-3F99-8E93A9F00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39FC-4C44-4EB4-9C47-F53960817085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C82BC-7CE1-EEDC-4076-C6948B5C1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1694E-6DC9-6394-BD65-96B797DB9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5A820-B844-4413-9E16-4C1E7A820C2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6967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E5915-FF11-2408-F0A6-7AF5376D57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79A338-6D81-D884-A6A3-4871C27BF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3D3F7-8ED8-04AD-9043-FE9DD5A97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39FC-4C44-4EB4-9C47-F53960817085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E47C0-FA0E-2E29-3D79-F310BB4DB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BEECF-FA3F-D657-FF64-D0014BD8B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5A820-B844-4413-9E16-4C1E7A820C2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1000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ABA3D1-6F26-EF46-5D06-926CE437C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3DDE2-B650-A405-E934-8C1F76F6E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69A34-D7E0-99FA-C47B-6FE3B21CD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7639FC-4C44-4EB4-9C47-F53960817085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77884-9160-77DC-1FDF-744ED412D3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22C29-3B24-EB99-1EB4-BD86E30BE3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A5A820-B844-4413-9E16-4C1E7A820C2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0804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000AE2-91B0-C227-5A2D-C095681AAA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43"/>
            <a:ext cx="9801254" cy="684675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29B35A-9513-8091-703E-1FC94E78A251}"/>
              </a:ext>
            </a:extLst>
          </p:cNvPr>
          <p:cNvSpPr/>
          <p:nvPr/>
        </p:nvSpPr>
        <p:spPr>
          <a:xfrm>
            <a:off x="2376867" y="1303427"/>
            <a:ext cx="421880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Nuestra Boda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55EFFF-91D4-758C-5D0C-4301276C187D}"/>
              </a:ext>
            </a:extLst>
          </p:cNvPr>
          <p:cNvSpPr txBox="1"/>
          <p:nvPr/>
        </p:nvSpPr>
        <p:spPr>
          <a:xfrm>
            <a:off x="1722712" y="2226757"/>
            <a:ext cx="6355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>
                <a:solidFill>
                  <a:srgbClr val="FF0000"/>
                </a:solidFill>
                <a:latin typeface="Modern Love Grunge" panose="020F0502020204030204" pitchFamily="82" charset="0"/>
              </a:rPr>
              <a:t>Ale &amp; Mario</a:t>
            </a:r>
            <a:endParaRPr lang="es-MX" dirty="0">
              <a:solidFill>
                <a:srgbClr val="FF0000"/>
              </a:solidFill>
              <a:latin typeface="Modern Love Grunge" panose="020F0502020204030204" pitchFamily="8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4D74CD-E813-78AA-F266-7DD7B7469189}"/>
              </a:ext>
            </a:extLst>
          </p:cNvPr>
          <p:cNvSpPr txBox="1"/>
          <p:nvPr/>
        </p:nvSpPr>
        <p:spPr>
          <a:xfrm>
            <a:off x="1593167" y="3619048"/>
            <a:ext cx="6355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/>
              <a:t>Recepción · 5:00 PM</a:t>
            </a:r>
          </a:p>
          <a:p>
            <a:pPr algn="ctr"/>
            <a:r>
              <a:rPr lang="es-MX" sz="2400" b="1" dirty="0" err="1"/>
              <a:t>Anyary</a:t>
            </a:r>
            <a:r>
              <a:rPr lang="es-MX" sz="2400" b="1" dirty="0"/>
              <a:t> Centro de </a:t>
            </a:r>
            <a:r>
              <a:rPr lang="es-MX" sz="2400" b="1" dirty="0" err="1"/>
              <a:t>Espectaculos</a:t>
            </a:r>
            <a:endParaRPr lang="es-MX" sz="2400" b="1" dirty="0"/>
          </a:p>
          <a:p>
            <a:pPr algn="ctr"/>
            <a:r>
              <a:rPr lang="es-MX" sz="2400" dirty="0"/>
              <a:t>1 de Mayo 2026</a:t>
            </a:r>
          </a:p>
        </p:txBody>
      </p:sp>
    </p:spTree>
    <p:extLst>
      <p:ext uri="{BB962C8B-B14F-4D97-AF65-F5344CB8AC3E}">
        <p14:creationId xmlns:p14="http://schemas.microsoft.com/office/powerpoint/2010/main" val="4073206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Modern Love Grunge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Mario Morelos</dc:creator>
  <cp:lastModifiedBy>Mario Morelos</cp:lastModifiedBy>
  <cp:revision>2</cp:revision>
  <dcterms:created xsi:type="dcterms:W3CDTF">2026-03-11T22:40:49Z</dcterms:created>
  <dcterms:modified xsi:type="dcterms:W3CDTF">2026-03-12T02:42:31Z</dcterms:modified>
</cp:coreProperties>
</file>